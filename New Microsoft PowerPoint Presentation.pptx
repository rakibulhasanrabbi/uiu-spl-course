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92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0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26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0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14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7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39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09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516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1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7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1463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77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5024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80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67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7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65C68-0240-40EF-853A-8D1DD68565F1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2BD8503-8D58-436C-9267-D8E0ABE62C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9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3707" y="126320"/>
            <a:ext cx="9144000" cy="150653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United International University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9160" y="2784022"/>
            <a:ext cx="9144000" cy="370044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2400" dirty="0" smtClean="0"/>
              <a:t>                  </a:t>
            </a:r>
            <a:r>
              <a:rPr lang="en-US" sz="7200" dirty="0" smtClean="0">
                <a:solidFill>
                  <a:schemeClr val="tx1"/>
                </a:solidFill>
              </a:rPr>
              <a:t>Department </a:t>
            </a:r>
            <a:r>
              <a:rPr lang="en-US" sz="7200" dirty="0">
                <a:solidFill>
                  <a:schemeClr val="tx1"/>
                </a:solidFill>
              </a:rPr>
              <a:t>of Computer Science and Engineering</a:t>
            </a:r>
            <a:endParaRPr lang="en-US" sz="7200" dirty="0" smtClean="0">
              <a:solidFill>
                <a:schemeClr val="tx1"/>
              </a:solidFill>
            </a:endParaRPr>
          </a:p>
          <a:p>
            <a:pPr algn="just"/>
            <a:r>
              <a:rPr lang="en-US" sz="7200" dirty="0" smtClean="0">
                <a:solidFill>
                  <a:schemeClr val="tx1"/>
                </a:solidFill>
              </a:rPr>
              <a:t>       Course </a:t>
            </a:r>
            <a:r>
              <a:rPr lang="en-US" sz="7200" dirty="0">
                <a:solidFill>
                  <a:schemeClr val="tx1"/>
                </a:solidFill>
              </a:rPr>
              <a:t>Name: Structured Programming Language </a:t>
            </a:r>
            <a:r>
              <a:rPr lang="en-US" sz="7200" dirty="0" smtClean="0">
                <a:solidFill>
                  <a:schemeClr val="tx1"/>
                </a:solidFill>
              </a:rPr>
              <a:t>Laboratory</a:t>
            </a:r>
          </a:p>
          <a:p>
            <a:pPr algn="just"/>
            <a:r>
              <a:rPr lang="en-US" sz="7200" dirty="0" smtClean="0">
                <a:solidFill>
                  <a:schemeClr val="tx1"/>
                </a:solidFill>
              </a:rPr>
              <a:t>                                     Course </a:t>
            </a:r>
            <a:r>
              <a:rPr lang="en-US" sz="7200" dirty="0">
                <a:solidFill>
                  <a:schemeClr val="tx1"/>
                </a:solidFill>
              </a:rPr>
              <a:t>Code: CSE 1112 </a:t>
            </a:r>
            <a:endParaRPr lang="en-US" sz="7200" dirty="0" smtClean="0">
              <a:solidFill>
                <a:schemeClr val="tx1"/>
              </a:solidFill>
            </a:endParaRPr>
          </a:p>
          <a:p>
            <a:pPr algn="just"/>
            <a:endParaRPr lang="en-US" sz="7200" dirty="0" smtClean="0">
              <a:solidFill>
                <a:schemeClr val="tx1"/>
              </a:solidFill>
            </a:endParaRPr>
          </a:p>
          <a:p>
            <a:pPr algn="just"/>
            <a:r>
              <a:rPr lang="en-US" sz="7200" dirty="0" smtClean="0">
                <a:solidFill>
                  <a:schemeClr val="tx1"/>
                </a:solidFill>
              </a:rPr>
              <a:t>          Project </a:t>
            </a:r>
            <a:r>
              <a:rPr lang="en-US" sz="7200" dirty="0">
                <a:solidFill>
                  <a:schemeClr val="tx1"/>
                </a:solidFill>
              </a:rPr>
              <a:t>Name: </a:t>
            </a:r>
            <a:r>
              <a:rPr lang="en-US" sz="7200" dirty="0" err="1">
                <a:solidFill>
                  <a:schemeClr val="tx1"/>
                </a:solidFill>
              </a:rPr>
              <a:t>StudentHub</a:t>
            </a:r>
            <a:r>
              <a:rPr lang="en-US" sz="7200" dirty="0">
                <a:solidFill>
                  <a:schemeClr val="tx1"/>
                </a:solidFill>
              </a:rPr>
              <a:t> is  A </a:t>
            </a:r>
            <a:r>
              <a:rPr lang="en-US" sz="7200" dirty="0" smtClean="0">
                <a:solidFill>
                  <a:schemeClr val="tx1"/>
                </a:solidFill>
              </a:rPr>
              <a:t>C-Based </a:t>
            </a:r>
            <a:r>
              <a:rPr lang="en-US" sz="7200" dirty="0">
                <a:solidFill>
                  <a:schemeClr val="tx1"/>
                </a:solidFill>
              </a:rPr>
              <a:t>Student Management </a:t>
            </a:r>
            <a:r>
              <a:rPr lang="en-US" sz="7200" dirty="0" smtClean="0">
                <a:solidFill>
                  <a:schemeClr val="tx1"/>
                </a:solidFill>
              </a:rPr>
              <a:t>System</a:t>
            </a:r>
          </a:p>
          <a:p>
            <a:pPr algn="just"/>
            <a:r>
              <a:rPr lang="en-US" sz="7200" dirty="0">
                <a:solidFill>
                  <a:schemeClr val="tx1"/>
                </a:solidFill>
              </a:rPr>
              <a:t> </a:t>
            </a:r>
            <a:r>
              <a:rPr lang="en-US" sz="7200" dirty="0" smtClean="0">
                <a:solidFill>
                  <a:schemeClr val="tx1"/>
                </a:solidFill>
              </a:rPr>
              <a:t>                </a:t>
            </a:r>
            <a:r>
              <a:rPr lang="en-US" sz="7200" dirty="0" smtClean="0">
                <a:solidFill>
                  <a:schemeClr val="tx1"/>
                </a:solidFill>
              </a:rPr>
              <a:t> Effortless </a:t>
            </a:r>
            <a:r>
              <a:rPr lang="en-US" sz="7200" dirty="0" smtClean="0">
                <a:solidFill>
                  <a:schemeClr val="tx1"/>
                </a:solidFill>
              </a:rPr>
              <a:t>Management of Student </a:t>
            </a:r>
            <a:r>
              <a:rPr lang="en-US" sz="7200" dirty="0" smtClean="0">
                <a:solidFill>
                  <a:schemeClr val="tx1"/>
                </a:solidFill>
              </a:rPr>
              <a:t>Records</a:t>
            </a:r>
          </a:p>
          <a:p>
            <a:pPr algn="just"/>
            <a:endParaRPr lang="en-US" sz="7200" dirty="0">
              <a:solidFill>
                <a:schemeClr val="tx1"/>
              </a:solidFill>
            </a:endParaRPr>
          </a:p>
          <a:p>
            <a:pPr algn="just"/>
            <a:r>
              <a:rPr lang="en-US" sz="7200" dirty="0" smtClean="0">
                <a:solidFill>
                  <a:schemeClr val="tx1"/>
                </a:solidFill>
              </a:rPr>
              <a:t>                       Course instructor: Anika </a:t>
            </a:r>
            <a:r>
              <a:rPr lang="en-US" sz="7200" dirty="0" err="1" smtClean="0">
                <a:solidFill>
                  <a:schemeClr val="tx1"/>
                </a:solidFill>
              </a:rPr>
              <a:t>Tasnim</a:t>
            </a:r>
            <a:r>
              <a:rPr lang="en-US" sz="7200" dirty="0" smtClean="0">
                <a:solidFill>
                  <a:schemeClr val="tx1"/>
                </a:solidFill>
              </a:rPr>
              <a:t> </a:t>
            </a:r>
            <a:r>
              <a:rPr lang="en-US" sz="7200" dirty="0" err="1" smtClean="0">
                <a:solidFill>
                  <a:schemeClr val="tx1"/>
                </a:solidFill>
              </a:rPr>
              <a:t>Rodela</a:t>
            </a:r>
            <a:endParaRPr lang="en-US" sz="7200" dirty="0" smtClean="0">
              <a:solidFill>
                <a:schemeClr val="tx1"/>
              </a:solidFill>
            </a:endParaRPr>
          </a:p>
          <a:p>
            <a:pPr algn="just"/>
            <a:r>
              <a:rPr lang="en-US" sz="7200" dirty="0" smtClean="0">
                <a:solidFill>
                  <a:schemeClr val="tx1"/>
                </a:solidFill>
              </a:rPr>
              <a:t>    Presented By:</a:t>
            </a:r>
            <a:endParaRPr lang="en-US" sz="7200" dirty="0" smtClean="0">
              <a:solidFill>
                <a:schemeClr val="tx1"/>
              </a:solidFill>
            </a:endParaRPr>
          </a:p>
          <a:p>
            <a:pPr algn="just"/>
            <a:r>
              <a:rPr lang="en-US" sz="7200" dirty="0">
                <a:solidFill>
                  <a:schemeClr val="tx1"/>
                </a:solidFill>
              </a:rPr>
              <a:t> </a:t>
            </a:r>
            <a:r>
              <a:rPr lang="en-US" sz="7200" dirty="0" smtClean="0">
                <a:solidFill>
                  <a:schemeClr val="tx1"/>
                </a:solidFill>
              </a:rPr>
              <a:t>                            Rakibul Hasan Rabbi-0112330255</a:t>
            </a:r>
          </a:p>
          <a:p>
            <a:pPr algn="just"/>
            <a:r>
              <a:rPr lang="en-US" sz="7200" dirty="0">
                <a:solidFill>
                  <a:schemeClr val="tx1"/>
                </a:solidFill>
              </a:rPr>
              <a:t> </a:t>
            </a:r>
            <a:r>
              <a:rPr lang="en-US" sz="7200" dirty="0" smtClean="0">
                <a:solidFill>
                  <a:schemeClr val="tx1"/>
                </a:solidFill>
              </a:rPr>
              <a:t>                           Arnab </a:t>
            </a:r>
            <a:r>
              <a:rPr lang="en-US" sz="7200" dirty="0" err="1" smtClean="0">
                <a:solidFill>
                  <a:schemeClr val="tx1"/>
                </a:solidFill>
              </a:rPr>
              <a:t>Karmokar</a:t>
            </a:r>
            <a:r>
              <a:rPr lang="en-US" sz="7200" dirty="0" smtClean="0">
                <a:solidFill>
                  <a:schemeClr val="tx1"/>
                </a:solidFill>
              </a:rPr>
              <a:t> Surid-0112331039</a:t>
            </a:r>
            <a:endParaRPr lang="en-US" sz="7200" dirty="0" smtClean="0">
              <a:solidFill>
                <a:schemeClr val="tx1"/>
              </a:solidFill>
            </a:endParaRPr>
          </a:p>
          <a:p>
            <a:pPr algn="just"/>
            <a:r>
              <a:rPr lang="en-US" dirty="0" smtClean="0"/>
              <a:t>       </a:t>
            </a:r>
            <a:r>
              <a:rPr lang="en-US" dirty="0" smtClean="0"/>
              <a:t>    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692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b="1" dirty="0" smtClean="0"/>
              <a:t>Objective:</a:t>
            </a:r>
            <a:r>
              <a:rPr lang="en-US" dirty="0" smtClean="0"/>
              <a:t> Manage and analyze student data using C and CSV files.</a:t>
            </a:r>
          </a:p>
          <a:p>
            <a:r>
              <a:rPr lang="en-US" b="1" dirty="0" smtClean="0"/>
              <a:t>Key Features:</a:t>
            </a:r>
            <a:endParaRPr lang="en-US" dirty="0" smtClean="0"/>
          </a:p>
          <a:p>
            <a:pPr lvl="1"/>
            <a:r>
              <a:rPr lang="en-US" sz="1800" dirty="0" smtClean="0"/>
              <a:t>Load student data from a CSV file.</a:t>
            </a:r>
          </a:p>
          <a:p>
            <a:pPr lvl="1"/>
            <a:r>
              <a:rPr lang="en-US" sz="1800" dirty="0" smtClean="0"/>
              <a:t>Display all records.</a:t>
            </a:r>
          </a:p>
          <a:p>
            <a:pPr lvl="1"/>
            <a:r>
              <a:rPr lang="en-US" sz="1800" dirty="0" smtClean="0"/>
              <a:t>Search for a student by name.</a:t>
            </a:r>
          </a:p>
          <a:p>
            <a:pPr lvl="1"/>
            <a:r>
              <a:rPr lang="en-US" sz="1800" dirty="0" smtClean="0"/>
              <a:t>Identify the top-performing student.</a:t>
            </a:r>
          </a:p>
          <a:p>
            <a:pPr lvl="1"/>
            <a:r>
              <a:rPr lang="en-US" sz="1800" dirty="0" smtClean="0"/>
              <a:t>Find the most senior student.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61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Key Features and Workflow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23803"/>
            <a:ext cx="570139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Data Storage: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 storage in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students.csv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Interactive Menu: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Commands for displaying, searching, and filtering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In-Memory Data Handling: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Structures and arrays for efficient processing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907" y="1368319"/>
            <a:ext cx="5265964" cy="433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86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Sample Output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908" y="1817537"/>
            <a:ext cx="543197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Example of menu and commands:</a:t>
            </a:r>
          </a:p>
          <a:p>
            <a:r>
              <a:rPr lang="en-US" dirty="0" smtClean="0"/>
              <a:t>=== </a:t>
            </a:r>
            <a:r>
              <a:rPr lang="en-US" dirty="0" err="1" smtClean="0"/>
              <a:t>StudentHub</a:t>
            </a:r>
            <a:r>
              <a:rPr lang="en-US" dirty="0" smtClean="0"/>
              <a:t> ===</a:t>
            </a:r>
          </a:p>
          <a:p>
            <a:r>
              <a:rPr lang="en-US" dirty="0" smtClean="0"/>
              <a:t>1. Display all students</a:t>
            </a:r>
          </a:p>
          <a:p>
            <a:r>
              <a:rPr lang="en-US" dirty="0" smtClean="0"/>
              <a:t>2. Find the best student</a:t>
            </a:r>
          </a:p>
          <a:p>
            <a:r>
              <a:rPr lang="en-US" dirty="0" smtClean="0"/>
              <a:t>3. Find the most senior student</a:t>
            </a:r>
          </a:p>
          <a:p>
            <a:r>
              <a:rPr lang="en-US" dirty="0" smtClean="0"/>
              <a:t>4. Search student by name</a:t>
            </a:r>
          </a:p>
          <a:p>
            <a:r>
              <a:rPr lang="en-US" dirty="0" smtClean="0"/>
              <a:t>5. Display students with grade above threshold</a:t>
            </a:r>
          </a:p>
          <a:p>
            <a:r>
              <a:rPr lang="en-US" dirty="0" smtClean="0"/>
              <a:t>6. Exit</a:t>
            </a:r>
          </a:p>
          <a:p>
            <a:r>
              <a:rPr lang="en-US" dirty="0" smtClean="0"/>
              <a:t>Enter your choice: 1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878" y="1533679"/>
            <a:ext cx="6547758" cy="474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75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      Sample 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5" y="1812470"/>
            <a:ext cx="5829300" cy="462915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264" y="2016579"/>
            <a:ext cx="5470072" cy="442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97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Conclusion and Next Steps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677856"/>
            <a:ext cx="10102446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StudentHub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simplifies managing student data with essential commands.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file handling, structures, and array manipulation in 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2940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231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Unicode MS</vt:lpstr>
      <vt:lpstr>Trebuchet MS</vt:lpstr>
      <vt:lpstr>Wingdings 3</vt:lpstr>
      <vt:lpstr>Facet</vt:lpstr>
      <vt:lpstr> United International University</vt:lpstr>
      <vt:lpstr>                    Project Overview</vt:lpstr>
      <vt:lpstr>          Key Features and Workflow</vt:lpstr>
      <vt:lpstr>                Sample Output</vt:lpstr>
      <vt:lpstr>                     Sample output</vt:lpstr>
      <vt:lpstr>       Conclusion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StudentHub: A C-Based Student Management System </dc:title>
  <dc:creator>HP</dc:creator>
  <cp:lastModifiedBy>HP</cp:lastModifiedBy>
  <cp:revision>6</cp:revision>
  <dcterms:created xsi:type="dcterms:W3CDTF">2025-01-19T14:52:27Z</dcterms:created>
  <dcterms:modified xsi:type="dcterms:W3CDTF">2025-01-20T10:24:41Z</dcterms:modified>
</cp:coreProperties>
</file>